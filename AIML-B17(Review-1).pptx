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4" r:id="rId2"/>
    <p:sldId id="263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E69"/>
    <a:srgbClr val="EC7E32"/>
    <a:srgbClr val="E77E32"/>
    <a:srgbClr val="E77E6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77B400-4C2C-4650-9B6D-09600DD716C5}" v="43" dt="2026-09-20T15:11:56.0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0"/>
  </p:normalViewPr>
  <p:slideViewPr>
    <p:cSldViewPr snapToGrid="0">
      <p:cViewPr>
        <p:scale>
          <a:sx n="200" d="100"/>
          <a:sy n="200" d="100"/>
        </p:scale>
        <p:origin x="-3840" y="-2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alam Nayeem" userId="ece531d7f3a84b62" providerId="LiveId" clId="{3881FDCD-145E-495D-8D12-BE9F2C2C9EBC}"/>
    <pc:docChg chg="undo custSel modSld">
      <pc:chgData name="Patalam Nayeem" userId="ece531d7f3a84b62" providerId="LiveId" clId="{3881FDCD-145E-495D-8D12-BE9F2C2C9EBC}" dt="2026-09-21T13:50:24.054" v="239" actId="14100"/>
      <pc:docMkLst>
        <pc:docMk/>
      </pc:docMkLst>
      <pc:sldChg chg="modSp mod">
        <pc:chgData name="Patalam Nayeem" userId="ece531d7f3a84b62" providerId="LiveId" clId="{3881FDCD-145E-495D-8D12-BE9F2C2C9EBC}" dt="2026-09-20T14:55:53.598" v="138" actId="123"/>
        <pc:sldMkLst>
          <pc:docMk/>
          <pc:sldMk cId="1266449640" sldId="263"/>
        </pc:sldMkLst>
        <pc:spChg chg="mod">
          <ac:chgData name="Patalam Nayeem" userId="ece531d7f3a84b62" providerId="LiveId" clId="{3881FDCD-145E-495D-8D12-BE9F2C2C9EBC}" dt="2026-09-20T14:55:53.598" v="138" actId="123"/>
          <ac:spMkLst>
            <pc:docMk/>
            <pc:sldMk cId="1266449640" sldId="263"/>
            <ac:spMk id="6" creationId="{661F51F3-8316-21D2-64E4-3C6DFF2FA671}"/>
          </ac:spMkLst>
        </pc:spChg>
      </pc:sldChg>
      <pc:sldChg chg="modSp mod">
        <pc:chgData name="Patalam Nayeem" userId="ece531d7f3a84b62" providerId="LiveId" clId="{3881FDCD-145E-495D-8D12-BE9F2C2C9EBC}" dt="2026-09-21T07:22:36.021" v="215" actId="20577"/>
        <pc:sldMkLst>
          <pc:docMk/>
          <pc:sldMk cId="501989967" sldId="264"/>
        </pc:sldMkLst>
        <pc:spChg chg="mod">
          <ac:chgData name="Patalam Nayeem" userId="ece531d7f3a84b62" providerId="LiveId" clId="{3881FDCD-145E-495D-8D12-BE9F2C2C9EBC}" dt="2026-09-21T07:22:36.021" v="215" actId="20577"/>
          <ac:spMkLst>
            <pc:docMk/>
            <pc:sldMk cId="501989967" sldId="264"/>
            <ac:spMk id="9" creationId="{00000000-0000-0000-0000-000000000000}"/>
          </ac:spMkLst>
        </pc:spChg>
      </pc:sldChg>
      <pc:sldChg chg="modSp mod">
        <pc:chgData name="Patalam Nayeem" userId="ece531d7f3a84b62" providerId="LiveId" clId="{3881FDCD-145E-495D-8D12-BE9F2C2C9EBC}" dt="2026-09-20T15:17:18.644" v="201" actId="20577"/>
        <pc:sldMkLst>
          <pc:docMk/>
          <pc:sldMk cId="2826065650" sldId="265"/>
        </pc:sldMkLst>
        <pc:spChg chg="mod">
          <ac:chgData name="Patalam Nayeem" userId="ece531d7f3a84b62" providerId="LiveId" clId="{3881FDCD-145E-495D-8D12-BE9F2C2C9EBC}" dt="2026-09-20T14:56:18.448" v="141" actId="113"/>
          <ac:spMkLst>
            <pc:docMk/>
            <pc:sldMk cId="2826065650" sldId="265"/>
            <ac:spMk id="7" creationId="{BEAC8B1D-FE2F-A7F7-9C90-DF32E777AFCA}"/>
          </ac:spMkLst>
        </pc:spChg>
        <pc:spChg chg="mod">
          <ac:chgData name="Patalam Nayeem" userId="ece531d7f3a84b62" providerId="LiveId" clId="{3881FDCD-145E-495D-8D12-BE9F2C2C9EBC}" dt="2026-09-20T15:17:18.644" v="201" actId="20577"/>
          <ac:spMkLst>
            <pc:docMk/>
            <pc:sldMk cId="2826065650" sldId="265"/>
            <ac:spMk id="22" creationId="{00000000-0000-0000-0000-000000000000}"/>
          </ac:spMkLst>
        </pc:spChg>
      </pc:sldChg>
      <pc:sldChg chg="modSp mod">
        <pc:chgData name="Patalam Nayeem" userId="ece531d7f3a84b62" providerId="LiveId" clId="{3881FDCD-145E-495D-8D12-BE9F2C2C9EBC}" dt="2026-09-20T14:56:29.331" v="142" actId="123"/>
        <pc:sldMkLst>
          <pc:docMk/>
          <pc:sldMk cId="3876127754" sldId="266"/>
        </pc:sldMkLst>
        <pc:spChg chg="mod">
          <ac:chgData name="Patalam Nayeem" userId="ece531d7f3a84b62" providerId="LiveId" clId="{3881FDCD-145E-495D-8D12-BE9F2C2C9EBC}" dt="2026-09-20T14:56:29.331" v="142" actId="123"/>
          <ac:spMkLst>
            <pc:docMk/>
            <pc:sldMk cId="3876127754" sldId="266"/>
            <ac:spMk id="7" creationId="{53F8A828-C245-4BD0-F9F8-98C1C8871709}"/>
          </ac:spMkLst>
        </pc:spChg>
      </pc:sldChg>
      <pc:sldChg chg="modSp mod">
        <pc:chgData name="Patalam Nayeem" userId="ece531d7f3a84b62" providerId="LiveId" clId="{3881FDCD-145E-495D-8D12-BE9F2C2C9EBC}" dt="2026-09-20T14:56:59.043" v="146" actId="113"/>
        <pc:sldMkLst>
          <pc:docMk/>
          <pc:sldMk cId="2206479791" sldId="267"/>
        </pc:sldMkLst>
        <pc:spChg chg="mod">
          <ac:chgData name="Patalam Nayeem" userId="ece531d7f3a84b62" providerId="LiveId" clId="{3881FDCD-145E-495D-8D12-BE9F2C2C9EBC}" dt="2026-09-20T14:56:59.043" v="146" actId="113"/>
          <ac:spMkLst>
            <pc:docMk/>
            <pc:sldMk cId="2206479791" sldId="267"/>
            <ac:spMk id="7" creationId="{3FFA1F98-6489-C985-6912-C472506009D5}"/>
          </ac:spMkLst>
        </pc:spChg>
      </pc:sldChg>
      <pc:sldChg chg="modSp mod">
        <pc:chgData name="Patalam Nayeem" userId="ece531d7f3a84b62" providerId="LiveId" clId="{3881FDCD-145E-495D-8D12-BE9F2C2C9EBC}" dt="2026-09-20T14:57:42.329" v="150" actId="1076"/>
        <pc:sldMkLst>
          <pc:docMk/>
          <pc:sldMk cId="3421589044" sldId="268"/>
        </pc:sldMkLst>
        <pc:spChg chg="mod">
          <ac:chgData name="Patalam Nayeem" userId="ece531d7f3a84b62" providerId="LiveId" clId="{3881FDCD-145E-495D-8D12-BE9F2C2C9EBC}" dt="2026-09-20T14:57:32.830" v="149" actId="1076"/>
          <ac:spMkLst>
            <pc:docMk/>
            <pc:sldMk cId="3421589044" sldId="268"/>
            <ac:spMk id="9" creationId="{00000000-0000-0000-0000-000000000000}"/>
          </ac:spMkLst>
        </pc:spChg>
        <pc:spChg chg="mod">
          <ac:chgData name="Patalam Nayeem" userId="ece531d7f3a84b62" providerId="LiveId" clId="{3881FDCD-145E-495D-8D12-BE9F2C2C9EBC}" dt="2026-09-20T14:57:12.076" v="147" actId="123"/>
          <ac:spMkLst>
            <pc:docMk/>
            <pc:sldMk cId="3421589044" sldId="268"/>
            <ac:spMk id="10" creationId="{98A7411F-AA3E-D1D1-6FAE-3ED5BBD1F218}"/>
          </ac:spMkLst>
        </pc:spChg>
        <pc:spChg chg="mod">
          <ac:chgData name="Patalam Nayeem" userId="ece531d7f3a84b62" providerId="LiveId" clId="{3881FDCD-145E-495D-8D12-BE9F2C2C9EBC}" dt="2026-09-20T14:57:42.329" v="150" actId="1076"/>
          <ac:spMkLst>
            <pc:docMk/>
            <pc:sldMk cId="3421589044" sldId="268"/>
            <ac:spMk id="20" creationId="{00000000-0000-0000-0000-000000000000}"/>
          </ac:spMkLst>
        </pc:spChg>
        <pc:spChg chg="mod">
          <ac:chgData name="Patalam Nayeem" userId="ece531d7f3a84b62" providerId="LiveId" clId="{3881FDCD-145E-495D-8D12-BE9F2C2C9EBC}" dt="2026-09-20T14:57:17.539" v="148" actId="123"/>
          <ac:spMkLst>
            <pc:docMk/>
            <pc:sldMk cId="3421589044" sldId="268"/>
            <ac:spMk id="22" creationId="{99043528-1A96-9062-3AAA-9A714259CDC8}"/>
          </ac:spMkLst>
        </pc:spChg>
      </pc:sldChg>
      <pc:sldChg chg="modSp mod">
        <pc:chgData name="Patalam Nayeem" userId="ece531d7f3a84b62" providerId="LiveId" clId="{3881FDCD-145E-495D-8D12-BE9F2C2C9EBC}" dt="2026-09-20T14:57:58.961" v="151" actId="123"/>
        <pc:sldMkLst>
          <pc:docMk/>
          <pc:sldMk cId="1218590561" sldId="269"/>
        </pc:sldMkLst>
        <pc:spChg chg="mod">
          <ac:chgData name="Patalam Nayeem" userId="ece531d7f3a84b62" providerId="LiveId" clId="{3881FDCD-145E-495D-8D12-BE9F2C2C9EBC}" dt="2026-09-20T14:57:58.961" v="151" actId="123"/>
          <ac:spMkLst>
            <pc:docMk/>
            <pc:sldMk cId="1218590561" sldId="269"/>
            <ac:spMk id="7" creationId="{EAB05C1B-3335-04C9-CEF6-0056BB21591F}"/>
          </ac:spMkLst>
        </pc:spChg>
      </pc:sldChg>
      <pc:sldChg chg="addSp delSp modSp mod">
        <pc:chgData name="Patalam Nayeem" userId="ece531d7f3a84b62" providerId="LiveId" clId="{3881FDCD-145E-495D-8D12-BE9F2C2C9EBC}" dt="2026-09-21T13:50:24.054" v="239" actId="14100"/>
        <pc:sldMkLst>
          <pc:docMk/>
          <pc:sldMk cId="2669012009" sldId="270"/>
        </pc:sldMkLst>
        <pc:spChg chg="mod">
          <ac:chgData name="Patalam Nayeem" userId="ece531d7f3a84b62" providerId="LiveId" clId="{3881FDCD-145E-495D-8D12-BE9F2C2C9EBC}" dt="2026-09-20T14:58:11.394" v="152" actId="123"/>
          <ac:spMkLst>
            <pc:docMk/>
            <pc:sldMk cId="2669012009" sldId="270"/>
            <ac:spMk id="7" creationId="{30D4D4B9-560D-C80E-E8FB-5E63EC1EBFB8}"/>
          </ac:spMkLst>
        </pc:spChg>
        <pc:spChg chg="mod">
          <ac:chgData name="Patalam Nayeem" userId="ece531d7f3a84b62" providerId="LiveId" clId="{3881FDCD-145E-495D-8D12-BE9F2C2C9EBC}" dt="2026-09-21T13:49:50.281" v="234" actId="20577"/>
          <ac:spMkLst>
            <pc:docMk/>
            <pc:sldMk cId="2669012009" sldId="270"/>
            <ac:spMk id="22" creationId="{00000000-0000-0000-0000-000000000000}"/>
          </ac:spMkLst>
        </pc:spChg>
        <pc:picChg chg="add del">
          <ac:chgData name="Patalam Nayeem" userId="ece531d7f3a84b62" providerId="LiveId" clId="{3881FDCD-145E-495D-8D12-BE9F2C2C9EBC}" dt="2026-09-21T13:49:27.831" v="229" actId="21"/>
          <ac:picMkLst>
            <pc:docMk/>
            <pc:sldMk cId="2669012009" sldId="270"/>
            <ac:picMk id="9" creationId="{E840B1A8-F18B-03D9-B681-094B056A6E18}"/>
          </ac:picMkLst>
        </pc:picChg>
        <pc:picChg chg="add mod">
          <ac:chgData name="Patalam Nayeem" userId="ece531d7f3a84b62" providerId="LiveId" clId="{3881FDCD-145E-495D-8D12-BE9F2C2C9EBC}" dt="2026-09-21T13:50:24.054" v="239" actId="14100"/>
          <ac:picMkLst>
            <pc:docMk/>
            <pc:sldMk cId="2669012009" sldId="270"/>
            <ac:picMk id="12" creationId="{D5637915-BA4D-ADAB-2E5F-C19F63177C36}"/>
          </ac:picMkLst>
        </pc:picChg>
        <pc:picChg chg="del">
          <ac:chgData name="Patalam Nayeem" userId="ece531d7f3a84b62" providerId="LiveId" clId="{3881FDCD-145E-495D-8D12-BE9F2C2C9EBC}" dt="2026-09-21T13:47:18.150" v="216" actId="21"/>
          <ac:picMkLst>
            <pc:docMk/>
            <pc:sldMk cId="2669012009" sldId="270"/>
            <ac:picMk id="21" creationId="{00000000-0000-0000-0000-000000000000}"/>
          </ac:picMkLst>
        </pc:picChg>
      </pc:sldChg>
      <pc:sldChg chg="modSp mod">
        <pc:chgData name="Patalam Nayeem" userId="ece531d7f3a84b62" providerId="LiveId" clId="{3881FDCD-145E-495D-8D12-BE9F2C2C9EBC}" dt="2026-09-20T14:58:19.313" v="153" actId="123"/>
        <pc:sldMkLst>
          <pc:docMk/>
          <pc:sldMk cId="3981910421" sldId="271"/>
        </pc:sldMkLst>
        <pc:spChg chg="mod">
          <ac:chgData name="Patalam Nayeem" userId="ece531d7f3a84b62" providerId="LiveId" clId="{3881FDCD-145E-495D-8D12-BE9F2C2C9EBC}" dt="2026-09-20T14:58:19.313" v="153" actId="123"/>
          <ac:spMkLst>
            <pc:docMk/>
            <pc:sldMk cId="3981910421" sldId="271"/>
            <ac:spMk id="7" creationId="{65147828-A816-8984-C823-B24DF58A2960}"/>
          </ac:spMkLst>
        </pc:spChg>
      </pc:sldChg>
      <pc:sldChg chg="modSp mod">
        <pc:chgData name="Patalam Nayeem" userId="ece531d7f3a84b62" providerId="LiveId" clId="{3881FDCD-145E-495D-8D12-BE9F2C2C9EBC}" dt="2026-09-20T14:58:28.048" v="154" actId="123"/>
        <pc:sldMkLst>
          <pc:docMk/>
          <pc:sldMk cId="3167751405" sldId="272"/>
        </pc:sldMkLst>
        <pc:spChg chg="mod">
          <ac:chgData name="Patalam Nayeem" userId="ece531d7f3a84b62" providerId="LiveId" clId="{3881FDCD-145E-495D-8D12-BE9F2C2C9EBC}" dt="2026-09-20T14:58:28.048" v="154" actId="123"/>
          <ac:spMkLst>
            <pc:docMk/>
            <pc:sldMk cId="3167751405" sldId="272"/>
            <ac:spMk id="7" creationId="{FD8132D4-91C1-0253-DD34-8CDAE6122B86}"/>
          </ac:spMkLst>
        </pc:spChg>
      </pc:sldChg>
      <pc:sldChg chg="modSp mod">
        <pc:chgData name="Patalam Nayeem" userId="ece531d7f3a84b62" providerId="LiveId" clId="{3881FDCD-145E-495D-8D12-BE9F2C2C9EBC}" dt="2026-09-20T14:59:11.977" v="158" actId="1076"/>
        <pc:sldMkLst>
          <pc:docMk/>
          <pc:sldMk cId="1753889930" sldId="273"/>
        </pc:sldMkLst>
        <pc:spChg chg="mod">
          <ac:chgData name="Patalam Nayeem" userId="ece531d7f3a84b62" providerId="LiveId" clId="{3881FDCD-145E-495D-8D12-BE9F2C2C9EBC}" dt="2026-09-20T14:58:55.008" v="156" actId="1076"/>
          <ac:spMkLst>
            <pc:docMk/>
            <pc:sldMk cId="1753889930" sldId="273"/>
            <ac:spMk id="9" creationId="{00000000-0000-0000-0000-000000000000}"/>
          </ac:spMkLst>
        </pc:spChg>
        <pc:spChg chg="mod">
          <ac:chgData name="Patalam Nayeem" userId="ece531d7f3a84b62" providerId="LiveId" clId="{3881FDCD-145E-495D-8D12-BE9F2C2C9EBC}" dt="2026-09-20T14:59:11.977" v="158" actId="1076"/>
          <ac:spMkLst>
            <pc:docMk/>
            <pc:sldMk cId="1753889930" sldId="273"/>
            <ac:spMk id="20" creationId="{00000000-0000-0000-0000-000000000000}"/>
          </ac:spMkLst>
        </pc:spChg>
      </pc:sldChg>
      <pc:sldChg chg="modSp mod">
        <pc:chgData name="Patalam Nayeem" userId="ece531d7f3a84b62" providerId="LiveId" clId="{3881FDCD-145E-495D-8D12-BE9F2C2C9EBC}" dt="2026-09-20T14:59:24.247" v="160" actId="123"/>
        <pc:sldMkLst>
          <pc:docMk/>
          <pc:sldMk cId="16602159" sldId="274"/>
        </pc:sldMkLst>
        <pc:spChg chg="mod">
          <ac:chgData name="Patalam Nayeem" userId="ece531d7f3a84b62" providerId="LiveId" clId="{3881FDCD-145E-495D-8D12-BE9F2C2C9EBC}" dt="2026-09-20T14:59:24.247" v="160" actId="123"/>
          <ac:spMkLst>
            <pc:docMk/>
            <pc:sldMk cId="16602159" sldId="274"/>
            <ac:spMk id="7" creationId="{6033AC8A-A41D-A918-B214-0724474E0F29}"/>
          </ac:spMkLst>
        </pc:spChg>
      </pc:sldChg>
      <pc:sldChg chg="modSp mod">
        <pc:chgData name="Patalam Nayeem" userId="ece531d7f3a84b62" providerId="LiveId" clId="{3881FDCD-145E-495D-8D12-BE9F2C2C9EBC}" dt="2026-09-20T15:17:35.427" v="205" actId="20577"/>
        <pc:sldMkLst>
          <pc:docMk/>
          <pc:sldMk cId="1997796925" sldId="275"/>
        </pc:sldMkLst>
        <pc:spChg chg="mod">
          <ac:chgData name="Patalam Nayeem" userId="ece531d7f3a84b62" providerId="LiveId" clId="{3881FDCD-145E-495D-8D12-BE9F2C2C9EBC}" dt="2026-09-20T14:40:11.213" v="66" actId="123"/>
          <ac:spMkLst>
            <pc:docMk/>
            <pc:sldMk cId="1997796925" sldId="275"/>
            <ac:spMk id="7" creationId="{6F2D22FF-C57F-96C4-8C90-9C75FD3C17F5}"/>
          </ac:spMkLst>
        </pc:spChg>
        <pc:spChg chg="mod">
          <ac:chgData name="Patalam Nayeem" userId="ece531d7f3a84b62" providerId="LiveId" clId="{3881FDCD-145E-495D-8D12-BE9F2C2C9EBC}" dt="2026-09-20T15:17:35.427" v="205" actId="20577"/>
          <ac:spMkLst>
            <pc:docMk/>
            <pc:sldMk cId="1997796925" sldId="275"/>
            <ac:spMk id="22" creationId="{00000000-0000-0000-0000-000000000000}"/>
          </ac:spMkLst>
        </pc:spChg>
      </pc:sldChg>
      <pc:sldChg chg="modSp mod">
        <pc:chgData name="Patalam Nayeem" userId="ece531d7f3a84b62" providerId="LiveId" clId="{3881FDCD-145E-495D-8D12-BE9F2C2C9EBC}" dt="2026-09-20T14:48:03.790" v="97" actId="1076"/>
        <pc:sldMkLst>
          <pc:docMk/>
          <pc:sldMk cId="204099432" sldId="276"/>
        </pc:sldMkLst>
        <pc:spChg chg="mod">
          <ac:chgData name="Patalam Nayeem" userId="ece531d7f3a84b62" providerId="LiveId" clId="{3881FDCD-145E-495D-8D12-BE9F2C2C9EBC}" dt="2026-09-20T14:48:03.790" v="97" actId="1076"/>
          <ac:spMkLst>
            <pc:docMk/>
            <pc:sldMk cId="204099432" sldId="276"/>
            <ac:spMk id="7" creationId="{62109C86-3AD4-4F19-9429-65D5A644983B}"/>
          </ac:spMkLst>
        </pc:spChg>
      </pc:sldChg>
      <pc:sldChg chg="modSp mod">
        <pc:chgData name="Patalam Nayeem" userId="ece531d7f3a84b62" providerId="LiveId" clId="{3881FDCD-145E-495D-8D12-BE9F2C2C9EBC}" dt="2026-09-20T14:48:39.495" v="98" actId="14100"/>
        <pc:sldMkLst>
          <pc:docMk/>
          <pc:sldMk cId="877517800" sldId="277"/>
        </pc:sldMkLst>
        <pc:spChg chg="mod">
          <ac:chgData name="Patalam Nayeem" userId="ece531d7f3a84b62" providerId="LiveId" clId="{3881FDCD-145E-495D-8D12-BE9F2C2C9EBC}" dt="2026-09-20T14:48:39.495" v="98" actId="14100"/>
          <ac:spMkLst>
            <pc:docMk/>
            <pc:sldMk cId="877517800" sldId="277"/>
            <ac:spMk id="7" creationId="{D37AF95B-6404-6EBC-8EFA-33777A66F9BA}"/>
          </ac:spMkLst>
        </pc:spChg>
      </pc:sldChg>
      <pc:sldChg chg="modSp mod">
        <pc:chgData name="Patalam Nayeem" userId="ece531d7f3a84b62" providerId="LiveId" clId="{3881FDCD-145E-495D-8D12-BE9F2C2C9EBC}" dt="2026-09-20T14:59:44.318" v="162" actId="113"/>
        <pc:sldMkLst>
          <pc:docMk/>
          <pc:sldMk cId="2598163807" sldId="278"/>
        </pc:sldMkLst>
        <pc:spChg chg="mod">
          <ac:chgData name="Patalam Nayeem" userId="ece531d7f3a84b62" providerId="LiveId" clId="{3881FDCD-145E-495D-8D12-BE9F2C2C9EBC}" dt="2026-09-20T14:59:37.694" v="161" actId="113"/>
          <ac:spMkLst>
            <pc:docMk/>
            <pc:sldMk cId="2598163807" sldId="278"/>
            <ac:spMk id="9" creationId="{00000000-0000-0000-0000-000000000000}"/>
          </ac:spMkLst>
        </pc:spChg>
        <pc:spChg chg="mod">
          <ac:chgData name="Patalam Nayeem" userId="ece531d7f3a84b62" providerId="LiveId" clId="{3881FDCD-145E-495D-8D12-BE9F2C2C9EBC}" dt="2026-09-20T14:54:47.771" v="132" actId="123"/>
          <ac:spMkLst>
            <pc:docMk/>
            <pc:sldMk cId="2598163807" sldId="278"/>
            <ac:spMk id="10" creationId="{C7A2D87F-7361-8A45-A5E2-94449CA773BE}"/>
          </ac:spMkLst>
        </pc:spChg>
        <pc:spChg chg="mod">
          <ac:chgData name="Patalam Nayeem" userId="ece531d7f3a84b62" providerId="LiveId" clId="{3881FDCD-145E-495D-8D12-BE9F2C2C9EBC}" dt="2026-09-20T14:54:53.295" v="133" actId="123"/>
          <ac:spMkLst>
            <pc:docMk/>
            <pc:sldMk cId="2598163807" sldId="278"/>
            <ac:spMk id="12" creationId="{52F63CEA-9585-1BCE-91EE-8A851B26D689}"/>
          </ac:spMkLst>
        </pc:spChg>
        <pc:spChg chg="mod">
          <ac:chgData name="Patalam Nayeem" userId="ece531d7f3a84b62" providerId="LiveId" clId="{3881FDCD-145E-495D-8D12-BE9F2C2C9EBC}" dt="2026-09-20T14:59:44.318" v="162" actId="113"/>
          <ac:spMkLst>
            <pc:docMk/>
            <pc:sldMk cId="2598163807" sldId="278"/>
            <ac:spMk id="20" creationId="{00000000-0000-0000-0000-000000000000}"/>
          </ac:spMkLst>
        </pc:spChg>
      </pc:sldChg>
      <pc:sldChg chg="modSp mod">
        <pc:chgData name="Patalam Nayeem" userId="ece531d7f3a84b62" providerId="LiveId" clId="{3881FDCD-145E-495D-8D12-BE9F2C2C9EBC}" dt="2026-09-20T14:54:35.750" v="131" actId="123"/>
        <pc:sldMkLst>
          <pc:docMk/>
          <pc:sldMk cId="3867205494" sldId="279"/>
        </pc:sldMkLst>
        <pc:spChg chg="mod">
          <ac:chgData name="Patalam Nayeem" userId="ece531d7f3a84b62" providerId="LiveId" clId="{3881FDCD-145E-495D-8D12-BE9F2C2C9EBC}" dt="2026-09-20T14:54:35.750" v="131" actId="123"/>
          <ac:spMkLst>
            <pc:docMk/>
            <pc:sldMk cId="3867205494" sldId="279"/>
            <ac:spMk id="7" creationId="{0558F95E-D257-680B-1481-E5C2FDB99F18}"/>
          </ac:spMkLst>
        </pc:spChg>
      </pc:sldChg>
      <pc:sldChg chg="modSp mod">
        <pc:chgData name="Patalam Nayeem" userId="ece531d7f3a84b62" providerId="LiveId" clId="{3881FDCD-145E-495D-8D12-BE9F2C2C9EBC}" dt="2026-09-20T15:12:15.257" v="198" actId="2711"/>
        <pc:sldMkLst>
          <pc:docMk/>
          <pc:sldMk cId="1085858801" sldId="280"/>
        </pc:sldMkLst>
        <pc:graphicFrameChg chg="mod modGraphic">
          <ac:chgData name="Patalam Nayeem" userId="ece531d7f3a84b62" providerId="LiveId" clId="{3881FDCD-145E-495D-8D12-BE9F2C2C9EBC}" dt="2026-09-20T15:12:15.257" v="198" actId="2711"/>
          <ac:graphicFrameMkLst>
            <pc:docMk/>
            <pc:sldMk cId="1085858801" sldId="280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10C68-B77B-4431-A0A7-693CF58E734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2EA21-F04E-4710-B9FC-7A1962EBE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875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64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245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057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016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908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80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607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36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426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257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938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14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995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895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213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99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37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416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534E-BF6C-2CFD-16E9-84EA6172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80B7E-AAA9-C962-786B-78A0B50E6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E0A7F-5868-6266-DF6E-1BBFCC07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1051-4A15-4975-B283-5AE4382EA000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2573E-23F6-BE97-E5F6-D90496C5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E5366-8A91-F195-6550-6C84F49F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0F06A4E2-163B-4ABA-8562-AD05AC3F17C5}" type="slidenum">
              <a:rPr lang="en-IN" smtClean="0"/>
              <a:pPr/>
              <a:t>‹#›</a:t>
            </a:fld>
            <a:r>
              <a:rPr lang="en-IN" dirty="0"/>
              <a:t> 75</a:t>
            </a:r>
          </a:p>
        </p:txBody>
      </p:sp>
    </p:spTree>
    <p:extLst>
      <p:ext uri="{BB962C8B-B14F-4D97-AF65-F5344CB8AC3E}">
        <p14:creationId xmlns:p14="http://schemas.microsoft.com/office/powerpoint/2010/main" val="178751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E308-5323-AE5D-6FA7-ED71A6BA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451D-BD97-7FD0-FF0C-A5112C679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1E600-3BBF-7179-64F8-7BF67858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24DB-6B9A-4615-862D-DCC9162E1D46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049D0-589B-356A-C132-17EC1259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B78BB-28AC-EA14-DC42-29260E08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19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07D0-82DE-FA4A-EADB-1BEC487A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600A5-5C2C-00C3-916A-DF6214BB9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F5CE-74CC-CF22-710E-082B7D80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CEB4-FD16-4B07-9207-FB300F7B14E0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AAAD5-EBF3-6851-32E4-D4FBA96C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3601-9A03-2F15-2F0A-327D55FF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87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6E04-DE19-84EF-6EAD-5E68D54F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36FCB-7A4F-B695-D2E9-54090A944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C53CD-6C00-99BA-5BD0-0E766D390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650DD-602A-CC85-5499-22E0FF30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49330-105E-4C2D-A945-D7CB0B65AA0D}" type="datetime1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9BBE1-B537-7E2E-C2C4-08845C67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4B757-EF27-F899-BAF4-B1881173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36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A2E0-9C62-08C2-AB3E-B35BC5C5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222F9-75B3-17FE-C283-DD4BECA43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1EB91-21C0-BA49-75C9-60FD0E0EF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01927-DF5C-9C56-8562-7016E6572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C59F2-F071-5440-8C46-00C73B7D0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961286-08BE-878F-F428-4DDDD6BC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794-44E1-4BEF-BC28-A1686AB91B35}" type="datetime1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F68E0-6F17-B4CD-53C3-DFC16469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C4CBA-01B5-C2C4-5335-B4EB35E5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33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3B32-7417-39CF-B839-3EEB29A1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A2FE7-36B6-6E9C-5856-38F958DD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09A1-C81B-427D-BCEA-27B741B28E1A}" type="datetime1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31B30-D694-3C06-A324-C1D89994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F9968-5814-8F57-EE5C-05F51ABB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53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244DA-A9F6-ED5C-2118-0A44894C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757F5-B3DD-41B2-8AD1-E2C7F01E8325}" type="datetime1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00EC8-C1AB-B577-EA4E-7D2E7D7F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9834-7C1C-DD95-00F7-1046CC02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408B-6746-EBBF-A1B8-482E0D54E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A8A51-0194-E201-F62E-7028F4490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DF6D2-0007-C8C6-5E66-A73252FA5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9C60F-EE63-63C0-A3C9-201A1DEB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2F12-6279-426C-8A42-8E638B69DA5E}" type="datetime1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88CB9-B2B4-DD3C-DF42-5FF8C80C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FCC53-DC75-9AFB-03C5-B065AC50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66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14FA-37B6-93A5-E0E8-E926B536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E05A2-0EA7-C30C-EFFA-E0B149436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07175-07C8-0612-615D-57BF8C074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36AA1-2BD7-CB7C-1AA4-34D02985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B4110-22B7-47D9-9F58-54C5B302AF6D}" type="datetime1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C2950-CA0B-091E-E2BA-A60E75FD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68AF4-0554-5223-D39A-DA1DC68D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63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9AE2-374C-4EF3-9532-31D0CE1D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2E305-5684-04F7-337B-C867ECD39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44A89-E93B-DDA0-25FF-C2242EE9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75400-B1DF-4AF6-AB50-CBCE8962669C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DB2AC-EE20-661D-48EC-09C572C9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2A3F4-0238-70CC-420E-0F280FEC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95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41AF6-9AAD-E282-9DDD-E66CF88AD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F3A46-D4B7-3837-9A94-A663DE2A2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33946-DFAA-48C8-71CA-3B250171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8D284-3CDB-49DE-A927-05878722C64F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106D7-F25C-47BB-2611-089736A8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811E5-1590-562C-784B-5F2A1B3D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82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F6F91-B629-DA42-57EF-31DA782B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ECB1-08ED-AF18-FDF8-8FE7F9F7D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C7C5D-06B8-2007-9878-FF4B74A5D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B7110-61B4-45BA-A110-4FCE83D5E720}" type="datetime1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8ADC9-EB89-D372-7DE5-F164AC424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92DD-B99B-9C26-E756-4CB70ABD4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72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A8B0-3C3E-4DAC-946D-F1A2452D5558}" type="datetime1">
              <a:rPr lang="en-IN" smtClean="0">
                <a:solidFill>
                  <a:srgbClr val="E77E69"/>
                </a:solidFill>
              </a:rPr>
              <a:t>21-09-2026</a:t>
            </a:fld>
            <a:endParaRPr lang="en-IN" dirty="0">
              <a:solidFill>
                <a:srgbClr val="E77E6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>
                <a:solidFill>
                  <a:srgbClr val="E77E69"/>
                </a:solidFill>
              </a:rPr>
              <a:t>1</a:t>
            </a:fld>
            <a:endParaRPr lang="en-IN" dirty="0">
              <a:solidFill>
                <a:srgbClr val="E77E69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80" y="223842"/>
            <a:ext cx="2174240" cy="1517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4695" y="2016345"/>
            <a:ext cx="982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64925" y="2751597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- 1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4506" y="3102396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AIML-B17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0489" y="4841655"/>
            <a:ext cx="337149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sv-S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Mr.Thumbooru Naga Siva Kumar </a:t>
            </a:r>
          </a:p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CSM, VVIT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6329" y="4315108"/>
            <a:ext cx="260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Batch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6865" y="4936546"/>
            <a:ext cx="2872245" cy="74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P. Arshiya (23BQ1A61A0)</a:t>
            </a:r>
          </a:p>
          <a:p>
            <a:pPr>
              <a:lnSpc>
                <a:spcPct val="150000"/>
              </a:lnSpc>
            </a:pPr>
            <a:r>
              <a:rPr lang="en-IN" dirty="0"/>
              <a:t>M. Chaitanya (23BQ1A6188 )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42432" y="5023820"/>
            <a:ext cx="2608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K. Pujitha (23BQ1A6172 )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6497" y="4315108"/>
            <a:ext cx="1619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</p:txBody>
      </p:sp>
      <p:sp>
        <p:nvSpPr>
          <p:cNvPr id="15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rgbClr val="E77E32"/>
                </a:solidFill>
              </a:rPr>
              <a:t>Dept. CSM @ VVIT</a:t>
            </a:r>
          </a:p>
        </p:txBody>
      </p:sp>
    </p:spTree>
    <p:extLst>
      <p:ext uri="{BB962C8B-B14F-4D97-AF65-F5344CB8AC3E}">
        <p14:creationId xmlns:p14="http://schemas.microsoft.com/office/powerpoint/2010/main" val="50198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2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11920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69558" y="31393"/>
            <a:ext cx="3822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 23BQ1A6188, RegdNo#3: 23BQ1A6172                             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44855" y="24101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F51F3-8316-21D2-64E4-3C6DFF2FA671}"/>
              </a:ext>
            </a:extLst>
          </p:cNvPr>
          <p:cNvSpPr txBox="1"/>
          <p:nvPr/>
        </p:nvSpPr>
        <p:spPr>
          <a:xfrm>
            <a:off x="1660851" y="1310058"/>
            <a:ext cx="7529803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Direct-to-cloud upload workflows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widely used in modern web applications.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workflows can expose security weaknesses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authentication, upload permissions, file restrictions, storage access, and callbacks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testing often requires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observation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multi-step upload workflows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 has identified several upload-related vulnerabilities, but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automated auditing remains limited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security checks need to be performed across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stages of the upload workflow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approach to observe and systematically audit direct-to-cloud upload workflows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644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3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434873" y="31393"/>
            <a:ext cx="3757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                              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65428" y="24101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IN" sz="1400" b="1" dirty="0"/>
              <a:t>Understanding and Detecting Abused Image Hosting Modules as Malicious Services</a:t>
            </a:r>
            <a:br>
              <a:rPr lang="en-US" sz="1400" dirty="0"/>
            </a:br>
            <a:r>
              <a:rPr lang="en-US" sz="1400" i="1" dirty="0"/>
              <a:t>Author </a:t>
            </a:r>
            <a:r>
              <a:rPr lang="en-IN" sz="1400" dirty="0"/>
              <a:t>Geng Hong et al., 2023 – ACM CCS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C8B1D-FE2F-A7F7-9C90-DF32E777AFCA}"/>
              </a:ext>
            </a:extLst>
          </p:cNvPr>
          <p:cNvSpPr txBox="1"/>
          <p:nvPr/>
        </p:nvSpPr>
        <p:spPr>
          <a:xfrm>
            <a:off x="392000" y="1741384"/>
            <a:ext cx="5907085" cy="4476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lnSpc>
                <a:spcPct val="115000"/>
              </a:lnSpc>
              <a:defRPr sz="1300"/>
            </a:lvl1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tool for detecting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Image Hosting Modules (IHMs)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analyzes the complete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image-upload lifecycle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web applications.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how attackers can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abuse image-upload APIs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host malicious content.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examines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APIs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their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controls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possible weaknesses.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studies how uploaded images can be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reused by attackers for malicious purposes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 recommendations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web services protect their image-upload functionality. </a:t>
            </a:r>
          </a:p>
        </p:txBody>
      </p:sp>
      <p:pic>
        <p:nvPicPr>
          <p:cNvPr id="21" name="Fig IHM Work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00" y="2200000"/>
            <a:ext cx="5300000" cy="2517000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22" name="Fig IHM Caption"/>
          <p:cNvSpPr txBox="1"/>
          <p:nvPr/>
        </p:nvSpPr>
        <p:spPr>
          <a:xfrm>
            <a:off x="6500000" y="4750000"/>
            <a:ext cx="53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Fig1. The IHM workflow (Hong et al., 2023)</a:t>
            </a:r>
          </a:p>
        </p:txBody>
      </p:sp>
    </p:spTree>
    <p:extLst>
      <p:ext uri="{BB962C8B-B14F-4D97-AF65-F5344CB8AC3E}">
        <p14:creationId xmlns:p14="http://schemas.microsoft.com/office/powerpoint/2010/main" val="2826065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4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60229" y="31393"/>
            <a:ext cx="3831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No:23BQ1A61A0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No#1:23BQ1A61A0,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No#3:23BQ1A6172                                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00606" y="220828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IN" sz="1400" b="1" dirty="0"/>
              <a:t>Understanding and Detecting Abused Image Hosting Modules as Malicious Services</a:t>
            </a:r>
            <a:br>
              <a:rPr lang="en-US" sz="1400" dirty="0"/>
            </a:br>
            <a:r>
              <a:rPr lang="en-US" sz="1400" i="1" dirty="0"/>
              <a:t>Author </a:t>
            </a:r>
            <a:r>
              <a:rPr lang="en-IN" sz="1400" dirty="0"/>
              <a:t>Geng Hong et al., 2023 – ACM CCS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8A828-C245-4BD0-F9F8-98C1C8871709}"/>
              </a:ext>
            </a:extLst>
          </p:cNvPr>
          <p:cNvSpPr txBox="1"/>
          <p:nvPr/>
        </p:nvSpPr>
        <p:spPr>
          <a:xfrm>
            <a:off x="733591" y="2210360"/>
            <a:ext cx="10724813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AIMIEs: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 open-source AIMIEs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(Abused IHMs as Malicious Services).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APIs: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109 unique image-upload APIs were identified for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122 image-hosting websites were examined.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image-upload functionality was tested to detect vulnerable upload APIs.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 Services: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APIs were linked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338 web services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207 websites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 Detection: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Viola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upload APIs and identified vulnerable IHM services.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Collected: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1,151 images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uploaded through 26 APIs during testing.. </a:t>
            </a:r>
          </a:p>
        </p:txBody>
      </p:sp>
    </p:spTree>
    <p:extLst>
      <p:ext uri="{BB962C8B-B14F-4D97-AF65-F5344CB8AC3E}">
        <p14:creationId xmlns:p14="http://schemas.microsoft.com/office/powerpoint/2010/main" val="387612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0" y="6233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5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78890" y="31393"/>
            <a:ext cx="3813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                                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13958" y="212450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</a:t>
            </a:r>
            <a:r>
              <a:rPr lang="en-IN" sz="1400" b="1" dirty="0"/>
              <a:t>Understanding and Detecting Abused Image Hosting Modules as Malicious Services</a:t>
            </a:r>
            <a:br>
              <a:rPr lang="en-US" sz="1400" dirty="0"/>
            </a:br>
            <a:r>
              <a:rPr lang="en-US" sz="1400" i="1" dirty="0"/>
              <a:t>Author </a:t>
            </a:r>
            <a:r>
              <a:rPr lang="en-IN" sz="1400" dirty="0"/>
              <a:t>Geng Hong et al., 2023 – ACM CCS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FA1F98-6489-C985-6912-C472506009D5}"/>
              </a:ext>
            </a:extLst>
          </p:cNvPr>
          <p:cNvSpPr txBox="1"/>
          <p:nvPr/>
        </p:nvSpPr>
        <p:spPr>
          <a:xfrm>
            <a:off x="361950" y="1730122"/>
            <a:ext cx="10972800" cy="4202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Viola detected 477 vulnerable image-upload APIs</a:t>
            </a:r>
            <a:r>
              <a:rPr lang="en-IN" dirty="0"/>
              <a:t>, showing that many upload services had security weaknesses that could be misused.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These vulnerable APIs were connected to </a:t>
            </a:r>
            <a:r>
              <a:rPr lang="en-IN" b="1" dirty="0"/>
              <a:t>338 different web services</a:t>
            </a:r>
            <a:r>
              <a:rPr lang="en-IN" dirty="0"/>
              <a:t>, showing that the problem was found across many online services.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study identified </a:t>
            </a:r>
            <a:r>
              <a:rPr lang="en-IN" b="1" dirty="0"/>
              <a:t>207 websites </a:t>
            </a:r>
            <a:r>
              <a:rPr lang="en-IN" dirty="0"/>
              <a:t>that could be misused for </a:t>
            </a:r>
            <a:r>
              <a:rPr lang="en-IN" b="1" dirty="0"/>
              <a:t>hosting images</a:t>
            </a:r>
            <a:r>
              <a:rPr lang="en-IN" dirty="0"/>
              <a:t>, showing the possible impact of the vulnerable upload functionality.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During the testing, </a:t>
            </a:r>
            <a:r>
              <a:rPr lang="en-IN" b="1" dirty="0"/>
              <a:t>1,151 explicit images </a:t>
            </a:r>
            <a:r>
              <a:rPr lang="en-IN" dirty="0"/>
              <a:t>were uploaded through </a:t>
            </a:r>
            <a:r>
              <a:rPr lang="en-IN" b="1" dirty="0"/>
              <a:t>26 APIs</a:t>
            </a:r>
            <a:r>
              <a:rPr lang="en-IN" dirty="0"/>
              <a:t>, providing real evidence of how the vulnerable services could be abused.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researchers reported the identified</a:t>
            </a:r>
            <a:r>
              <a:rPr lang="en-IN" b="1" dirty="0"/>
              <a:t> security problems to 311 websites</a:t>
            </a:r>
            <a:r>
              <a:rPr lang="en-IN" dirty="0"/>
              <a:t> so that the affected services could take action.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47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6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22906" y="31393"/>
            <a:ext cx="3869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 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                               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41951" y="235777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IN" sz="1400" b="1" dirty="0"/>
              <a:t>Understanding and Detecting Abused Image Hosting Modules as Malicious Services</a:t>
            </a:r>
            <a:br>
              <a:rPr lang="en-US" sz="1400" dirty="0"/>
            </a:br>
            <a:r>
              <a:rPr lang="en-US" sz="1400" i="1" dirty="0"/>
              <a:t>Author </a:t>
            </a:r>
            <a:r>
              <a:rPr lang="en-IN" sz="1400" dirty="0"/>
              <a:t>Geng Hong et al., 2023 – ACM CCS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2380807" y="1753077"/>
            <a:ext cx="1129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2959" y="173168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A7411F-AA3E-D1D1-6FAE-3ED5BBD1F218}"/>
              </a:ext>
            </a:extLst>
          </p:cNvPr>
          <p:cNvSpPr txBox="1"/>
          <p:nvPr/>
        </p:nvSpPr>
        <p:spPr>
          <a:xfrm>
            <a:off x="467360" y="2333078"/>
            <a:ext cx="5273040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detects vulnerable image-upload APIs.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the complete image-upload lifecycle.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large-scale analysis of real-world web services.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practical mitigation recommendations.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043528-1A96-9062-3AAA-9A714259CDC8}"/>
              </a:ext>
            </a:extLst>
          </p:cNvPr>
          <p:cNvSpPr txBox="1"/>
          <p:nvPr/>
        </p:nvSpPr>
        <p:spPr>
          <a:xfrm>
            <a:off x="6301540" y="2420454"/>
            <a:ext cx="5441307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focuses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Hosting Modules (IHMs)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specifically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image-upload API abuse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address other types of web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342158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7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32237" y="31393"/>
            <a:ext cx="3859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 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                               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294905" y="24101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IN" sz="1400" b="1" dirty="0"/>
              <a:t>Understanding and Detecting Abused Image Hosting Modules as Malicious Services</a:t>
            </a:r>
            <a:br>
              <a:rPr lang="en-US" sz="1400" dirty="0"/>
            </a:br>
            <a:r>
              <a:rPr lang="en-US" sz="1400" i="1" dirty="0"/>
              <a:t>Author </a:t>
            </a:r>
            <a:r>
              <a:rPr lang="en-IN" sz="1400" dirty="0"/>
              <a:t>Geng Hong et al., 2023 – ACM CCS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05C1B-3335-04C9-CEF6-0056BB21591F}"/>
              </a:ext>
            </a:extLst>
          </p:cNvPr>
          <p:cNvSpPr txBox="1"/>
          <p:nvPr/>
        </p:nvSpPr>
        <p:spPr>
          <a:xfrm>
            <a:off x="373224" y="2001520"/>
            <a:ext cx="11476654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foundation for monitoring upload workflows automatically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relying only on manual observation.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upload requests and their security controls can be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weaknesses in the upload process.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extends the idea by checking multiple security conditions (V1–V6)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authentication, upload restrictions, storage access, overwrite, and callbacks.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this paper provides the basis for the automated auditing part of our Cloud Upload Auditor.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extends this idea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direct-to-cloud upload workflows and V1–V6 vulnerability testing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user uploads a file to cloud storage, our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agents observe the upload workflow and automatically check whether the upload process has security weaknesses.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590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8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22906" y="31393"/>
            <a:ext cx="3869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 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                                 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50890" y="244390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b="1" dirty="0"/>
              <a:t>Multi-Agent Penetration Testing AI for the Web</a:t>
            </a:r>
            <a:br>
              <a:rPr lang="en-US" sz="1400" b="1" dirty="0"/>
            </a:br>
            <a:r>
              <a:rPr lang="en-IN" sz="1400" dirty="0"/>
              <a:t>Isaac David and Arthur Gervais,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D4D4B9-560D-C80E-E8FB-5E63EC1EBFB8}"/>
              </a:ext>
            </a:extLst>
          </p:cNvPr>
          <p:cNvSpPr txBox="1"/>
          <p:nvPr/>
        </p:nvSpPr>
        <p:spPr>
          <a:xfrm>
            <a:off x="419878" y="1885795"/>
            <a:ext cx="6372808" cy="4109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lnSpc>
                <a:spcPct val="110000"/>
              </a:lnSpc>
              <a:defRPr sz="1300"/>
            </a:lvl1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MAPTA (Multi-Agent Penetration Testing AI)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web penetration testing.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AI agents with different roles: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Coordinator, Sandbox Agents, and Validation Agent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plans and manages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penetration-testing process.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 agents perform security testing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tools and techniques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agent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and confirms discovered vulnerabilities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tool-driven testing with tools such as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Nmap, Python, and FFUF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proof-of-concept exploits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validate whether vulnerabilities are real. </a:t>
            </a:r>
          </a:p>
        </p:txBody>
      </p:sp>
      <p:sp>
        <p:nvSpPr>
          <p:cNvPr id="22" name="Fig MAPTA Caption"/>
          <p:cNvSpPr txBox="1"/>
          <p:nvPr/>
        </p:nvSpPr>
        <p:spPr>
          <a:xfrm>
            <a:off x="8114071" y="5564723"/>
            <a:ext cx="2912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637915-BA4D-ADAB-2E5F-C19F63177C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153" y="1870521"/>
            <a:ext cx="4829229" cy="416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12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9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22906" y="31393"/>
            <a:ext cx="3869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 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No#3:23BQ1A6172                                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60219" y="24101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b="1" dirty="0"/>
              <a:t>Multi-Agent Penetration Testing AI for the Web</a:t>
            </a:r>
            <a:br>
              <a:rPr lang="en-US" sz="1400" dirty="0"/>
            </a:br>
            <a:r>
              <a:rPr lang="en-IN" sz="1400" dirty="0"/>
              <a:t>Isaac David and Arthur Gervais,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47828-A816-8984-C823-B24DF58A2960}"/>
              </a:ext>
            </a:extLst>
          </p:cNvPr>
          <p:cNvSpPr txBox="1"/>
          <p:nvPr/>
        </p:nvSpPr>
        <p:spPr>
          <a:xfrm>
            <a:off x="307900" y="1798051"/>
            <a:ext cx="11497541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MAPTA was evaluated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104 web security challenges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XBOW benchmark.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AI agents were assigned separate roles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planning, security testing, and validation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checked vulnerabilities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SSRF, SSTI, SQL Injection, Command Injection, XSS, and Blind SQL Injection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Tools: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used tools like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Nmap, Python, and FFUF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perform different security tests.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checked vulnerabilities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SSRF, SSTI, SQL Injection,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Injection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XSS, and Blind SQL Injection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Testing: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security tests were performed in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sandbox environment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Verification: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agent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checked whether the detected vulnerabilities were genuine, helping to reduce false results. </a:t>
            </a:r>
          </a:p>
        </p:txBody>
      </p:sp>
    </p:spTree>
    <p:extLst>
      <p:ext uri="{BB962C8B-B14F-4D97-AF65-F5344CB8AC3E}">
        <p14:creationId xmlns:p14="http://schemas.microsoft.com/office/powerpoint/2010/main" val="398191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10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248261" y="31393"/>
            <a:ext cx="3943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 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69550" y="238818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b="1" dirty="0"/>
              <a:t>Multi-Agent Penetration Testing AI for the Web</a:t>
            </a:r>
            <a:br>
              <a:rPr lang="en-US" sz="1400" dirty="0"/>
            </a:br>
            <a:r>
              <a:rPr lang="en-IN" sz="1400" dirty="0"/>
              <a:t>Isaac David and Arthur Gervais,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132D4-91C1-0253-DD34-8CDAE6122B86}"/>
              </a:ext>
            </a:extLst>
          </p:cNvPr>
          <p:cNvSpPr txBox="1"/>
          <p:nvPr/>
        </p:nvSpPr>
        <p:spPr>
          <a:xfrm>
            <a:off x="373225" y="1730122"/>
            <a:ext cx="11196735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Success: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MAPTA achieved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76.9% overall success 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XBOW benchmark, showing that multiple AI agents can perform web security testing effectively.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Server-Side Request Forgery (SSRF):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success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detecting SSRF and misconfiguration vulnerabilities..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Server-Side Template Injection (SSTI):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85% success in SSTI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83% in SQL Injection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good performance in these tests.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Blind SQL Injection: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was the most difficult vulnerability,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0% success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Cost: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complete XBOW benchmark evaluation cost approximately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$21.38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the cost involved in performing automated multi-agent security testing.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Testing: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MAPTA discovered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 vulnerabilities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high/critical vulnerabilities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real-world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16775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11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201608" y="31393"/>
            <a:ext cx="3990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 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No#3:23BQ1A6172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55554" y="249581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b="1" dirty="0"/>
              <a:t>Multi-Agent Penetration Testing AI for the Web</a:t>
            </a:r>
            <a:br>
              <a:rPr lang="en-US" sz="1400" dirty="0"/>
            </a:br>
            <a:r>
              <a:rPr lang="en-IN" sz="1400" dirty="0"/>
              <a:t>Isaac David and Arthur Gervais,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2343484" y="1766315"/>
            <a:ext cx="1129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6562" y="177950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13D8BF-92ED-0087-3EE8-E03E1A8D378A}"/>
              </a:ext>
            </a:extLst>
          </p:cNvPr>
          <p:cNvSpPr txBox="1"/>
          <p:nvPr/>
        </p:nvSpPr>
        <p:spPr>
          <a:xfrm>
            <a:off x="446186" y="2333078"/>
            <a:ext cx="5335706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AI agents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roles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effective penetration testing.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automated, end-to-end vulnerability discovery and validation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real security tools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Nmap, FFUF, and 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helps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false positives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on several vulnerability types, especially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SSRF and misconfiguration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52B626-8FD1-05CE-07B2-7DCD5C8A958D}"/>
              </a:ext>
            </a:extLst>
          </p:cNvPr>
          <p:cNvSpPr txBox="1"/>
          <p:nvPr/>
        </p:nvSpPr>
        <p:spPr>
          <a:xfrm>
            <a:off x="6259202" y="2379226"/>
            <a:ext cx="5486612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Struggles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blind SQL injection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achieving 0% success.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challenging compared with other vulnerability types.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multiple tool calls and computational resources for complex testing. </a:t>
            </a:r>
          </a:p>
        </p:txBody>
      </p:sp>
    </p:spTree>
    <p:extLst>
      <p:ext uri="{BB962C8B-B14F-4D97-AF65-F5344CB8AC3E}">
        <p14:creationId xmlns:p14="http://schemas.microsoft.com/office/powerpoint/2010/main" val="1753889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12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201608" y="31393"/>
            <a:ext cx="3990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 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                               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35525" y="238874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b="1" dirty="0"/>
              <a:t>Multi-Agent Penetration Testing AI for the Web</a:t>
            </a:r>
            <a:br>
              <a:rPr lang="en-US" sz="1400" dirty="0"/>
            </a:br>
            <a:r>
              <a:rPr lang="en-IN" sz="1400" dirty="0"/>
              <a:t>Isaac David and Arthur Gervais,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3AC8A-A41D-A918-B214-0724474E0F29}"/>
              </a:ext>
            </a:extLst>
          </p:cNvPr>
          <p:cNvSpPr txBox="1"/>
          <p:nvPr/>
        </p:nvSpPr>
        <p:spPr>
          <a:xfrm>
            <a:off x="438538" y="1792728"/>
            <a:ext cx="11084767" cy="4202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Multi-Agent Penetration Testing AI (MAPTA)</a:t>
            </a:r>
            <a:r>
              <a:rPr lang="en-IN" dirty="0"/>
              <a:t> demonstrates how multiple AI agents can work together for automated security testing.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The multi-agent approach shows how planning, testing, and vulnerability validation can be automated</a:t>
            </a:r>
            <a:r>
              <a:rPr lang="en-IN" dirty="0"/>
              <a:t> as one security workflow.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The agent coordination concept can be used to divide security auditing tasks</a:t>
            </a:r>
            <a:r>
              <a:rPr lang="en-IN" dirty="0"/>
              <a:t> among different AI agents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Our project extends the MAPTA concept to direct-to-cloud upload workflows</a:t>
            </a:r>
            <a:r>
              <a:rPr lang="en-IN" dirty="0"/>
              <a:t>, where AI agents can observe, test, and validate upload security.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For a cloud file upload, one AI agent can </a:t>
            </a:r>
            <a:r>
              <a:rPr lang="en-IN" b="1" dirty="0"/>
              <a:t>observe the upload workflow</a:t>
            </a:r>
            <a:r>
              <a:rPr lang="en-IN" dirty="0"/>
              <a:t>, another can </a:t>
            </a:r>
            <a:r>
              <a:rPr lang="en-IN" b="1" dirty="0"/>
              <a:t>test security conditions</a:t>
            </a:r>
            <a:r>
              <a:rPr lang="en-IN" dirty="0"/>
              <a:t>, and another can </a:t>
            </a:r>
            <a:r>
              <a:rPr lang="en-IN" b="1" dirty="0"/>
              <a:t>verify the detected vulnerability</a:t>
            </a:r>
            <a:r>
              <a:rPr lang="en-IN" dirty="0"/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2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13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248261" y="31393"/>
            <a:ext cx="3943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                               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41558" y="220180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b="1" dirty="0"/>
              <a:t>Do Not Trust the Clouds Easily: The Insecurity of Content Security Policy Based on Object Storage</a:t>
            </a:r>
            <a:br>
              <a:rPr lang="en-US" sz="1400" dirty="0"/>
            </a:br>
            <a:r>
              <a:rPr lang="en-IN" sz="1400" dirty="0" err="1"/>
              <a:t>Yangzixing</a:t>
            </a:r>
            <a:r>
              <a:rPr lang="en-IN" sz="1400" dirty="0"/>
              <a:t> </a:t>
            </a:r>
            <a:r>
              <a:rPr lang="en-IN" sz="1400" dirty="0" err="1"/>
              <a:t>Lv</a:t>
            </a:r>
            <a:r>
              <a:rPr lang="en-IN" sz="1400" dirty="0"/>
              <a:t> et al., 2023 – IEEE Internet of Things Journal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D22FF-C57F-96C4-8C90-9C75FD3C17F5}"/>
              </a:ext>
            </a:extLst>
          </p:cNvPr>
          <p:cNvSpPr txBox="1"/>
          <p:nvPr/>
        </p:nvSpPr>
        <p:spPr>
          <a:xfrm>
            <a:off x="429208" y="1849721"/>
            <a:ext cx="6222632" cy="400200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>
              <a:lnSpc>
                <a:spcPct val="110000"/>
              </a:lnSpc>
              <a:defRPr sz="1300"/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new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web attack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object storage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bypass Content Security Policy (CSP).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object-storage domains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weaken CSP protection.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object storage services from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and Amazon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large-scale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websites using CSP.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“double protection” mechanism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involving both CSP and cloud service providers.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aims to prevent attackers from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trusted cloud storage to bypass CSP restrictions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21" name="Fig CSP Threat Mod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0" y="2200000"/>
            <a:ext cx="4400000" cy="2200000"/>
          </a:xfrm>
          <a:prstGeom prst="rect">
            <a:avLst/>
          </a:prstGeom>
          <a:ln w="9525">
            <a:solidFill>
              <a:srgbClr val="B0B0B0"/>
            </a:solidFill>
          </a:ln>
        </p:spPr>
      </p:pic>
      <p:sp>
        <p:nvSpPr>
          <p:cNvPr id="22" name="Fig CSP Caption"/>
          <p:cNvSpPr txBox="1"/>
          <p:nvPr/>
        </p:nvSpPr>
        <p:spPr>
          <a:xfrm>
            <a:off x="7000000" y="4450000"/>
            <a:ext cx="44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i="1">
                <a:latin typeface="Times New Roman" panose="02020603050405020304" pitchFamily="18" charset="0"/>
                <a:cs typeface="Times New Roman" panose="02020603050405020304" pitchFamily="18" charset="0"/>
              </a:rPr>
              <a:t>Fig 3. 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model: bypassing CSP via cloud object storage (Lv et al., 2023)</a:t>
            </a:r>
          </a:p>
        </p:txBody>
      </p:sp>
    </p:spTree>
    <p:extLst>
      <p:ext uri="{BB962C8B-B14F-4D97-AF65-F5344CB8AC3E}">
        <p14:creationId xmlns:p14="http://schemas.microsoft.com/office/powerpoint/2010/main" val="1997796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14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276253" y="31393"/>
            <a:ext cx="3915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 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91508" y="187517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</a:t>
            </a:r>
            <a:r>
              <a:rPr lang="en-IN" sz="1400" b="1" dirty="0"/>
              <a:t>Do Not Trust the Clouds Easily: The Insecurity of Content Security Policy Based on Object Storage</a:t>
            </a:r>
            <a:br>
              <a:rPr lang="en-US" sz="1400" dirty="0"/>
            </a:br>
            <a:r>
              <a:rPr lang="en-IN" sz="1400" dirty="0" err="1"/>
              <a:t>Yangzixing</a:t>
            </a:r>
            <a:r>
              <a:rPr lang="en-IN" sz="1400" dirty="0"/>
              <a:t> </a:t>
            </a:r>
            <a:r>
              <a:rPr lang="en-IN" sz="1400" dirty="0" err="1"/>
              <a:t>Lv</a:t>
            </a:r>
            <a:r>
              <a:rPr lang="en-IN" sz="1400" dirty="0"/>
              <a:t> et al., 2023 – IEEE Internet of Things Journal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09C86-3AD4-4F19-9429-65D5A644983B}"/>
              </a:ext>
            </a:extLst>
          </p:cNvPr>
          <p:cNvSpPr txBox="1"/>
          <p:nvPr/>
        </p:nvSpPr>
        <p:spPr>
          <a:xfrm>
            <a:off x="363893" y="1730738"/>
            <a:ext cx="11234057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Studied object storage services from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and Amazon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their security risks..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websites using Content Security Policy (CSP)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possible security weaknesses.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and systematic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CSP configurations and the domains trusted by these policies..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CSP configurations, cloud object-storage services, and web security analysis techniques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perform the study.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Examined whether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cloud-storage domains in CSP whitelists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could be misused to bypass CSP protection.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Evaluated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impact of these cloud-storage risks on real-world websites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099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15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32237" y="31393"/>
            <a:ext cx="3859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72847" y="186887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b="1" dirty="0"/>
              <a:t>Do Not Trust the Clouds Easily: The Insecurity of Content Security Policy Based on Object Storage</a:t>
            </a:r>
            <a:br>
              <a:rPr lang="en-US" sz="1400" dirty="0"/>
            </a:br>
            <a:r>
              <a:rPr lang="en-IN" sz="1400" dirty="0" err="1"/>
              <a:t>Yangzixing</a:t>
            </a:r>
            <a:r>
              <a:rPr lang="en-IN" sz="1400" dirty="0"/>
              <a:t> </a:t>
            </a:r>
            <a:r>
              <a:rPr lang="en-IN" sz="1400" dirty="0" err="1"/>
              <a:t>Lv</a:t>
            </a:r>
            <a:r>
              <a:rPr lang="en-IN" sz="1400" dirty="0"/>
              <a:t> et al., 2023 – IEEE Internet of Things Journal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AF95B-6404-6EBC-8EFA-33777A66F9BA}"/>
              </a:ext>
            </a:extLst>
          </p:cNvPr>
          <p:cNvSpPr txBox="1"/>
          <p:nvPr/>
        </p:nvSpPr>
        <p:spPr>
          <a:xfrm>
            <a:off x="997973" y="2098389"/>
            <a:ext cx="10506671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 of the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relevant Google Cloud object-storage root domain were found to be vulnerable.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78.3% of the inspected CSP whitelists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the identified security risk.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estimated that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9 million websites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potentially vulnerable.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 that attackers can exploit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cloud object-storage domains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bypass CSP protection.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proposed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double-protection mechanism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CSP and cloud-provider security measures.</a:t>
            </a:r>
          </a:p>
        </p:txBody>
      </p:sp>
    </p:spTree>
    <p:extLst>
      <p:ext uri="{BB962C8B-B14F-4D97-AF65-F5344CB8AC3E}">
        <p14:creationId xmlns:p14="http://schemas.microsoft.com/office/powerpoint/2010/main" val="87751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16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41567" y="31393"/>
            <a:ext cx="3850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               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63516" y="214556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b="1" dirty="0"/>
              <a:t>Do Not Trust the Clouds Easily: The Insecurity of Content Security Policy Based on Object Storage</a:t>
            </a:r>
            <a:br>
              <a:rPr lang="en-US" sz="1400" dirty="0"/>
            </a:br>
            <a:r>
              <a:rPr lang="en-IN" sz="1400" dirty="0" err="1"/>
              <a:t>Yangzixing</a:t>
            </a:r>
            <a:r>
              <a:rPr lang="en-IN" sz="1400" dirty="0"/>
              <a:t> </a:t>
            </a:r>
            <a:r>
              <a:rPr lang="en-IN" sz="1400" dirty="0" err="1"/>
              <a:t>Lv</a:t>
            </a:r>
            <a:r>
              <a:rPr lang="en-IN" sz="1400" dirty="0"/>
              <a:t> et al., 2023 – IEEE Internet of Things Journal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5" y="1741384"/>
            <a:ext cx="4617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4071" y="1741384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2D87F-7361-8A45-A5E2-94449CA773BE}"/>
              </a:ext>
            </a:extLst>
          </p:cNvPr>
          <p:cNvSpPr txBox="1"/>
          <p:nvPr/>
        </p:nvSpPr>
        <p:spPr>
          <a:xfrm>
            <a:off x="393385" y="2204720"/>
            <a:ext cx="5441307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attack method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bypass CSP using cloud object storage.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security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real-world websites.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Examines object storage from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and Amazon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security risks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trusting cloud storage domains in CSP whitelists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double-protection mechanism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CSP and cloud providers.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F63CEA-9585-1BCE-91EE-8A851B26D689}"/>
              </a:ext>
            </a:extLst>
          </p:cNvPr>
          <p:cNvSpPr txBox="1"/>
          <p:nvPr/>
        </p:nvSpPr>
        <p:spPr>
          <a:xfrm>
            <a:off x="6259201" y="2191282"/>
            <a:ext cx="5259069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focuses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CSP and cloud object-storage-based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and Amazon object-storage services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cover all types of web security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2598163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17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04245" y="31393"/>
            <a:ext cx="38877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354185" y="217997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b="1" dirty="0"/>
              <a:t>Do Not Trust the Clouds Easily: The Insecurity of Content Security Policy Based on Object Storage</a:t>
            </a:r>
            <a:br>
              <a:rPr lang="en-US" sz="1400" dirty="0"/>
            </a:br>
            <a:r>
              <a:rPr lang="en-IN" sz="1400" dirty="0" err="1"/>
              <a:t>Yangzixing</a:t>
            </a:r>
            <a:r>
              <a:rPr lang="en-IN" sz="1400" dirty="0"/>
              <a:t> </a:t>
            </a:r>
            <a:r>
              <a:rPr lang="en-IN" sz="1400" dirty="0" err="1"/>
              <a:t>Lv</a:t>
            </a:r>
            <a:r>
              <a:rPr lang="en-IN" sz="1400" dirty="0"/>
              <a:t> et al., 2023 – IEEE Internet of Things Journal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8F95E-D257-680B-1481-E5C2FDB99F18}"/>
              </a:ext>
            </a:extLst>
          </p:cNvPr>
          <p:cNvSpPr txBox="1"/>
          <p:nvPr/>
        </p:nvSpPr>
        <p:spPr>
          <a:xfrm>
            <a:off x="498987" y="1955660"/>
            <a:ext cx="11109534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paper helps us understand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cloud object storage.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Risks: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shows how improper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cloud-storage configurations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create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weaknesses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Supports our motivation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direct cloud upload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Checking: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paper gives ideas for automatically checking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cloud-related security controls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Extension: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Our project applies these ideas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direct-to-cloud uploads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checks multiple upload vulnerabilities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(V1–V6)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cloud upload permission is incorrectly configured, an attacker may misuse the upload workflow. Our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agents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check such security conditions during auditing.</a:t>
            </a:r>
          </a:p>
        </p:txBody>
      </p:sp>
    </p:spTree>
    <p:extLst>
      <p:ext uri="{BB962C8B-B14F-4D97-AF65-F5344CB8AC3E}">
        <p14:creationId xmlns:p14="http://schemas.microsoft.com/office/powerpoint/2010/main" val="3867205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18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322906" y="31393"/>
            <a:ext cx="3869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ID:AIML-B17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419500" y="193919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229324"/>
              </p:ext>
            </p:extLst>
          </p:nvPr>
        </p:nvGraphicFramePr>
        <p:xfrm>
          <a:off x="335902" y="1548885"/>
          <a:ext cx="11374015" cy="46886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48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33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1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215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Idea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792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Geng Hong et al.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and Detecting Abused Image Hosting Modules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Viola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detects abused and vulnerable image-hosting modules.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Large-scale automated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focuses on image-hosting abuse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792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Isaac David &amp; Arthur Gervais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Penetration Testing AI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MAPTA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uses multiple AI agents for automated web penetration testing.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testing and vulnerability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Struggles with blind SQLi and XSS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5504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Yangzixing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Lv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Object Storage &amp; CSP Security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CSP bypass attacks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cloud object storage.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Large-scale analysis and new attack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focuses on CSP and cloud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85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21-09-2026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19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266922" y="31393"/>
            <a:ext cx="3925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T N SIVA KUMAR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B17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No#1: 23BQ1A61A0,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No#2: 23BQ1A6188,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No#3: 23BQ1A6172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419500" y="209974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Direct Cloud Upload Auditing via Autonomous AI Agents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957724-395E-2894-EFB4-FAA553407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987" y="2024742"/>
            <a:ext cx="4473640" cy="262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43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3290</Words>
  <Application>Microsoft Office PowerPoint</Application>
  <PresentationFormat>Widescreen</PresentationFormat>
  <Paragraphs>353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mualidhar V</dc:creator>
  <cp:lastModifiedBy>Patalam Nayeem</cp:lastModifiedBy>
  <cp:revision>55</cp:revision>
  <dcterms:created xsi:type="dcterms:W3CDTF">2023-07-18T12:47:32Z</dcterms:created>
  <dcterms:modified xsi:type="dcterms:W3CDTF">2026-09-21T13:50:28Z</dcterms:modified>
</cp:coreProperties>
</file>